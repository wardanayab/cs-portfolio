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1153054"/>
            <a:ext cx="8100000" cy="594000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-152400" y="2310130"/>
            <a:ext cx="8100060" cy="1686560"/>
          </a:xfrm>
        </p:spPr>
        <p:txBody>
          <a:bodyPr wrap="square">
            <a:noAutofit/>
          </a:bodyPr>
          <a:lstStyle/>
          <a:p>
            <a:r>
              <a:rPr lang="en-US" sz="4000" spc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+mj-lt"/>
              </a:rPr>
              <a:t>Smart Parking System</a:t>
            </a:r>
            <a:endParaRPr lang="en-US" sz="4000" spc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693167" y="4008638"/>
            <a:ext cx="946697" cy="76098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45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Background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areas have witnessed a dramatic increase in vehicles, causing inefficiencies in traditional parking systems. Challenges include:</a:t>
            </a:r>
          </a:p>
          <a:p>
            <a:r>
              <a:t>- Manual intervention leading to errors</a:t>
            </a:r>
          </a:p>
          <a:p>
            <a:r>
              <a:t>- Lack of real-time slot availability</a:t>
            </a:r>
          </a:p>
          <a:p>
            <a:r>
              <a:t>Smart Parking Systems aim to resolve these issues using computational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Introduction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Parking System uses programming and data structures (e.g., hash maps) to:</a:t>
            </a:r>
          </a:p>
          <a:p>
            <a:r>
              <a:t>- Dynamically allocate parking slots</a:t>
            </a:r>
          </a:p>
          <a:p>
            <a:r>
              <a:t>- Provide real-time status updates</a:t>
            </a:r>
          </a:p>
          <a:p>
            <a:r>
              <a:t>- Simplify user interaction for checking, reserving, and freeing slots.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Problem Statement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parking challenges include:</a:t>
            </a:r>
          </a:p>
          <a:p>
            <a:r>
              <a:t>1. Lack of real-time visibility of available slots</a:t>
            </a:r>
          </a:p>
          <a:p>
            <a:r>
              <a:t>2. Manual errors in slot allocation</a:t>
            </a:r>
          </a:p>
          <a:p>
            <a:r>
              <a:t>3. Environmental impact due to prolonged idling</a:t>
            </a:r>
          </a:p>
          <a:p>
            <a:r>
              <a:t>This project addresses these inefficiencies.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Objective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goals of the Smart Parking System:</a:t>
            </a:r>
          </a:p>
          <a:p>
            <a:r>
              <a:t>- Efficient parking slot allocation</a:t>
            </a:r>
          </a:p>
          <a:p>
            <a:r>
              <a:t>- User-friendly interface for reservation and release</a:t>
            </a:r>
          </a:p>
          <a:p>
            <a:r>
              <a:t>- Reduction of environmental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Methodology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Parking slots represented using a hash map.</a:t>
            </a:r>
          </a:p>
          <a:p>
            <a:r>
              <a:t>2. Program logic:</a:t>
            </a:r>
          </a:p>
          <a:p>
            <a:r>
              <a:t>- Initialize all slots as free</a:t>
            </a:r>
          </a:p>
          <a:p>
            <a:r>
              <a:t>- Allow users to check, reserve, or free slots</a:t>
            </a:r>
          </a:p>
          <a:p>
            <a:r>
              <a:t>3. Interactive menu-driven interface ensures usability.</a:t>
            </a:r>
          </a:p>
          <a:p>
            <a:r>
              <a:t>4. Error handling for invalid inputs or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System Flow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slots (1 to 50) as free.</a:t>
            </a:r>
          </a:p>
          <a:p>
            <a:r>
              <a:t>2. User inputs slot ID:</a:t>
            </a:r>
          </a:p>
          <a:p>
            <a:r>
              <a:t>- Check availability</a:t>
            </a:r>
          </a:p>
          <a:p>
            <a:r>
              <a:t>- Reserve if free or release if reserved</a:t>
            </a:r>
          </a:p>
          <a:p>
            <a:r>
              <a:t>3. Provide real-time feedback to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Implementation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implemented in C++:</a:t>
            </a:r>
          </a:p>
          <a:p>
            <a:r>
              <a:t>- Uses hash maps for slot management.</a:t>
            </a:r>
          </a:p>
          <a:p>
            <a:r>
              <a:t>- Includes a menu-driven interface.</a:t>
            </a:r>
          </a:p>
          <a:p>
            <a:r>
              <a:t>- Handles invalid operations gracefully.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Code Functionality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C++ code performs:</a:t>
            </a:r>
          </a:p>
          <a:p>
            <a:r>
              <a:t>- Initialization of slots.</a:t>
            </a:r>
          </a:p>
          <a:p>
            <a:r>
              <a:t>- Reservation and release of slots.</a:t>
            </a:r>
          </a:p>
          <a:p>
            <a:r>
              <a:t>- Error handling for invalid inputs or duplicate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System Features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slot tracking</a:t>
            </a:r>
          </a:p>
          <a:p>
            <a:r>
              <a:t>- Interactive user interface</a:t>
            </a:r>
          </a:p>
          <a:p>
            <a:r>
              <a:t>- Scalable architecture for IoT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Sample Output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 the menu-driven interface of the system:</a:t>
            </a:r>
          </a:p>
          <a:p>
            <a:r>
              <a:t>- Slot status display</a:t>
            </a:r>
          </a:p>
          <a:p>
            <a:r>
              <a:t>- Successful reservation and release</a:t>
            </a:r>
          </a:p>
          <a:p>
            <a:r>
              <a:t>- Error messages for invalid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Advantages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Automation reduces manual errors.</a:t>
            </a:r>
          </a:p>
          <a:p>
            <a:r>
              <a:t>- Real-time updates improve efficiency.</a:t>
            </a:r>
          </a:p>
          <a:p>
            <a:r>
              <a:t>- Scalable to large parking facilities.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Limitations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Current system is a simulation.</a:t>
            </a:r>
          </a:p>
          <a:p>
            <a:r>
              <a:t>- Limited to 50 slots.</a:t>
            </a:r>
          </a:p>
          <a:p>
            <a:r>
              <a:t>- Lacks integration with real-world sensors or databases.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Future Scope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with IoT sensors for real-time slot updates.</a:t>
            </a:r>
          </a:p>
          <a:p>
            <a:r>
              <a:t>- Mobile app interface for remote access.</a:t>
            </a:r>
          </a:p>
          <a:p>
            <a:r>
              <a:t>- Cloud-based system for larger-scale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Conclusion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Parking System demonstrates how computational techniques can solve real-world problems:</a:t>
            </a:r>
          </a:p>
          <a:p>
            <a:r>
              <a:t>- Efficient parking slot allocation</a:t>
            </a:r>
          </a:p>
          <a:p>
            <a:r>
              <a:t>- User-friendly interaction</a:t>
            </a:r>
          </a:p>
          <a:p>
            <a:r>
              <a:t>Future improvements could integrate IoT sensors and cloud technologies.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43"/>
  <p:tag name="KSO_WM_UNIT_ID" val="custom20238243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-27.15020477054627,&quot;top&quot;:104.95180491530054,&quot;width&quot;:557.25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5_1*l_h_i*1_2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UNIT_TEXT_FORE_SCHEMECOLOR_INDEX" val="5"/>
  <p:tag name="KSO_WM_UNIT_TEXT_LINE_FILL_TYPE" val="2"/>
  <p:tag name="KSO_WM_UNIT_USESOURCEFORMAT_APPLY" val="1"/>
</p:tagLst>
</file>

<file path=ppt/tags/tag7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SLIDE_INDEX" val="1"/>
  <p:tag name="KSO_WM_TAG_VERSION" val="3.0"/>
  <p:tag name="KSO_WM_BEAUTIFY_FLAG" val="#wm#"/>
  <p:tag name="KSO_WM_TEMPLATE_CATEGORY" val="custom"/>
  <p:tag name="KSO_WM_SLIDE_TYPE" val="text"/>
  <p:tag name="KSO_WM_SLIDE_SUBTYPE" val="picTxt"/>
  <p:tag name="KSO_WM_SLIDE_SIZE" val="557.25*349.93"/>
  <p:tag name="KSO_WM_SLIDE_POSITION" val="56.6748*131.857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3"/>
  <p:tag name="KSO_WM_SLIDE_ID" val="custom20238243_1"/>
  <p:tag name="KSO_WM_SLIDE_ITEM_CNT" val="3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2612</Words>
  <Application>WPS Presentation</Application>
  <PresentationFormat>On-screen Show (4:3)</PresentationFormat>
  <Paragraphs>100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Blue Waves</vt:lpstr>
      <vt:lpstr>Smart Parking System</vt:lpstr>
      <vt:lpstr>Background</vt:lpstr>
      <vt:lpstr>Introduction</vt:lpstr>
      <vt:lpstr>Problem Statement</vt:lpstr>
      <vt:lpstr>Objective</vt:lpstr>
      <vt:lpstr>Methodology</vt:lpstr>
      <vt:lpstr>System Flow</vt:lpstr>
      <vt:lpstr>Implementation</vt:lpstr>
      <vt:lpstr>Code Functionality</vt:lpstr>
      <vt:lpstr>System Features</vt:lpstr>
      <vt:lpstr>Sample Output</vt:lpstr>
      <vt:lpstr>Advantages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MARYAM TARIQ</cp:lastModifiedBy>
  <cp:revision>2</cp:revision>
  <dcterms:created xsi:type="dcterms:W3CDTF">2013-01-27T09:14:00Z</dcterms:created>
  <dcterms:modified xsi:type="dcterms:W3CDTF">2024-12-16T05:59:33Z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DCBB1C491ECD45D28109AFB993CDEB77_12</vt:lpwstr>
  </property>
  <property fmtid="{D5CDD505-2E9C-101B-9397-08002B2CF9AE}" pid="3" name="KSOProductBuildVer">
    <vt:lpwstr>1033-12.2.0.19307</vt:lpwstr>
  </property>
</Properties>
</file>